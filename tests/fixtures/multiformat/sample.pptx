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MUST BE INSPECTED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GuardLLM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